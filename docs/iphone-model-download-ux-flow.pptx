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85800"/>
            <a:ext cx="1069848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Microsoft YaHei"/>
              </a:rPr>
              <a:t>vino_iPhone 模型下载体验升级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600200"/>
            <a:ext cx="10058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Microsoft YaHei"/>
              </a:rPr>
              <a:t>产品形态与操作流程：从手动 URL + 账号密码，升级为平台驱动的一次性设备绑定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788920"/>
            <a:ext cx="160020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打开 App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68296" y="2935224"/>
            <a:ext cx="310896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97479" y="2788920"/>
            <a:ext cx="1600200" cy="64008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绑定平台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315967" y="2935224"/>
            <a:ext cx="310896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45151" y="2788920"/>
            <a:ext cx="160020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同步模型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263639" y="2935224"/>
            <a:ext cx="310896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92823" y="2788920"/>
            <a:ext cx="16002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下载安装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211311" y="2935224"/>
            <a:ext cx="310896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40496" y="2788920"/>
            <a:ext cx="160020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模型就绪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160520"/>
            <a:ext cx="333756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4160520"/>
            <a:ext cx="73152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06824"/>
            <a:ext cx="302666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核心目标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72583"/>
            <a:ext cx="3026664" cy="5394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普通用户不需要理解服务器地址、token、下载票据，只需要确认设备属于哪个平台账号。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4160520"/>
            <a:ext cx="333756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7408" y="416052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306824"/>
            <a:ext cx="302666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产品边界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672583"/>
            <a:ext cx="3026664" cy="5394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保留账号密码和 URL 输入作为高级诊断入口，不放在日常主路径。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4160520"/>
            <a:ext cx="333756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5008" y="416052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306824"/>
            <a:ext cx="302666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技术原则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672583"/>
            <a:ext cx="3026664" cy="5394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沿用现有 /api/cloud/v1 模型清单、download-ticket、加密下载、设备绑定链路。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当前状态：下载能力有了，但首次体验偏工程化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代码现状来自 vino_iPhone 当前工程；问题集中在入口设计，不是下载协议本身。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15568"/>
            <a:ext cx="110185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1325880" cy="5303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输入 URL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02536" y="1627632"/>
            <a:ext cx="219456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40280" y="1481328"/>
            <a:ext cx="1325880" cy="5303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输入账号密码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84448" y="1627632"/>
            <a:ext cx="219456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22192" y="1481328"/>
            <a:ext cx="132588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登录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166360" y="1627632"/>
            <a:ext cx="219456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04104" y="1481328"/>
            <a:ext cx="1325880" cy="53035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同步清单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748272" y="1627632"/>
            <a:ext cx="219456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86016" y="1481328"/>
            <a:ext cx="1325880" cy="5303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选择模型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330184" y="1627632"/>
            <a:ext cx="219456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67928" y="1481328"/>
            <a:ext cx="1325880" cy="53035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下载安装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423160"/>
            <a:ext cx="33832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423160"/>
            <a:ext cx="73152" cy="3246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569464"/>
            <a:ext cx="307238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用户痛点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935224"/>
            <a:ext cx="3072384" cy="26426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1. URL 对终端用户没有产品语义。
2. 真机上 127.0.0.1 默认地址天然不可用。
3. 相机 Overlay 暴露账号、密码、网址，干扰主工作流。
4. token 过期后仍会回到账号密码体验。
5. 下载进度不够连续，选择后立即回到主界面。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2423160"/>
            <a:ext cx="33832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8" y="2423160"/>
            <a:ext cx="73152" cy="3246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569464"/>
            <a:ext cx="307238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已有基础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935224"/>
            <a:ext cx="3072384" cy="26426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1. AuthSession 已进入 Keychain，可恢复会话。
2. 登录后会自动同步模型清单。
3. 已有 download-ticket、加密包、SHA-256 校验。
4. 已有设备绑定和离线租约校验。
5. iPhone 与 platform 已通过 /api/cloud/v1 兼容。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6448" y="2423160"/>
            <a:ext cx="33832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6448" y="2423160"/>
            <a:ext cx="73152" cy="3246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569464"/>
            <a:ext cx="307238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改造重点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935224"/>
            <a:ext cx="3072384" cy="26426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不是重写模型下载，而是重做三件事：
1. 平台地址如何进入 App。
2. 用户身份如何转成设备会话。
3. 模型如何从“点下载”变成“自动就绪”。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目标产品形态：平台驱动的“设备绑定 + 模型就绪”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用户感知的是设备被组织接管，模型由平台分配；不是在手机上配置服务器和下载链接。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15568"/>
            <a:ext cx="110185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32461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73152" cy="15544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27632"/>
            <a:ext cx="293522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iPhone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93392"/>
            <a:ext cx="2935224" cy="9509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默认展示相机、推理状态、模型状态。
首次打开只出现“绑定平台”。
高级设置里才允许手动 URL / 账号密码。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481328"/>
            <a:ext cx="32461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1481328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627632"/>
            <a:ext cx="293522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vino_platform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1993392"/>
            <a:ext cx="2935224" cy="9509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负责组织、用户、设备、模型授权、下载票据、审计。
平台生成绑定邀请，不让用户输入 URL。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1481328"/>
            <a:ext cx="32461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66175" y="1481328"/>
            <a:ext cx="73152" cy="1554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7" y="1627632"/>
            <a:ext cx="293522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模型交付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7" y="1993392"/>
            <a:ext cx="2935224" cy="9509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按 entitlement 返回可用模型。
单模型自动下载，多模型展示选择。
下载后自动安装、激活、续租。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703320"/>
            <a:ext cx="10698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一句话形态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60520"/>
            <a:ext cx="10698480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020617"/>
                </a:solidFill>
                <a:latin typeface="Microsoft YaHei"/>
              </a:rPr>
              <a:t>平台管理员在 Web 后台授权设备；iPhone 通过扫码或深链完成一次性绑定；之后 App 自动恢复会话、同步模型、下载并激活模型。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166360"/>
            <a:ext cx="10241280" cy="685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75"/>
              </a:spcAft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• 普通用户日常不接触 URL、token、下载地址。</a:t>
            </a:r>
          </a:p>
          <a:p>
            <a:pPr>
              <a:spcAft>
                <a:spcPts val="575"/>
              </a:spcAft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• 现场工程师仍可在高级设置中切换环境或排查网络。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角色与界面：三类人看到三种不同产品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不要把所有配置都堆到 iPhone 主界面；按角色拆分入口。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15568"/>
            <a:ext cx="110185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246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73152" cy="4251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293522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终端操作员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29384"/>
            <a:ext cx="2935224" cy="3648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看到：
• 相机画面
• 当前组织 / 设备名
• 当前模型是否就绪
• 重新同步 / 重试
不看到：
• 平台 URL
• access token
• 下载 ticket
• 复杂账号体系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417320"/>
            <a:ext cx="3246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1417320"/>
            <a:ext cx="73152" cy="4251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563624"/>
            <a:ext cx="293522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平台管理员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1929384"/>
            <a:ext cx="2935224" cy="3648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看到：
• 绑定 iPhone 按钮
• 设备列表、在线/最后同步
• 分配模型授权
• 下载、续租、失败审计
负责：
• 管设备
• 管账号
• 管模型权限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1417320"/>
            <a:ext cx="3246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66175" y="1417320"/>
            <a:ext cx="73152" cy="4251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7" y="1563624"/>
            <a:ext cx="293522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现场工程师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7" y="1929384"/>
            <a:ext cx="2935224" cy="3648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看到：
• 高级设置
• 手动平台 URL
• 账号密码登录
• 网络诊断
• 日志导出
用途：
• 私有化交付
• ECS/反代调试
• 演示环境切换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主操作流程：二维码 / 深链绑定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这是推荐主路径，适合平台已经上线到阿里云 ECS 并有固定 HTTPS 域名的情况。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15568"/>
            <a:ext cx="110185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207008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平台登录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92224" y="1517904"/>
            <a:ext cx="182879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93391" y="1371600"/>
            <a:ext cx="1207008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生成绑定码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18688" y="1517904"/>
            <a:ext cx="182879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19856" y="1371600"/>
            <a:ext cx="1207008" cy="53035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iPhone 扫码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645152" y="1517904"/>
            <a:ext cx="182879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46320" y="1371600"/>
            <a:ext cx="1207008" cy="53035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兑换设备会话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71616" y="1517904"/>
            <a:ext cx="182879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2784" y="1371600"/>
            <a:ext cx="1207008" cy="53035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同步模型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498080" y="1517904"/>
            <a:ext cx="182879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9248" y="1371600"/>
            <a:ext cx="1207008" cy="5303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自动下载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24544" y="1517904"/>
            <a:ext cx="182879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25712" y="1371600"/>
            <a:ext cx="1207008" cy="53035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模型就绪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304288"/>
            <a:ext cx="5349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1. 管理员在平台设备页点击“绑定 iPhone”。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2. 平台生成一次性 invite code，并渲染二维码或复制链接。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3. iPhone 打开 App，点“绑定平台”，扫码或打开 Universal Link。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4. App 使用 code + deviceId + deviceName 兑换设备 session。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5. 平台登记设备，返回组织、用户、权限、baseURL 和 token。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6. App 自动拉取模型清单，若只有一个模型则直接下载并激活。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267712"/>
            <a:ext cx="4800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2267712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1" y="2414016"/>
            <a:ext cx="448970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二维码内容原则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1" y="2779776"/>
            <a:ext cx="4489704" cy="49377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只包含短期 code 和平台入口，不包含用户密码、不包含长期 token、不包含模型真实下载地址。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621024"/>
            <a:ext cx="4800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3621024"/>
            <a:ext cx="73152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1" y="3767328"/>
            <a:ext cx="448970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绑定成功后的日常体验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1" y="4133087"/>
            <a:ext cx="4489704" cy="49377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后续打开 App 自动恢复 Keychain 里的设备会话，后台同步租约和模型状态。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974336"/>
            <a:ext cx="4800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4974336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1" y="5120640"/>
            <a:ext cx="448970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必要兜底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1" y="5486400"/>
            <a:ext cx="4489704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扫码失败时使用 6 位设备码，在平台端输入确认。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iPhone 端产品流程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从“配置型 UI”改成“状态型 UI”：让用户知道当前能不能推理，以及下一步是什么。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15568"/>
            <a:ext cx="110185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417320" cy="530352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0" y="1353312"/>
            <a:ext cx="1828800" cy="530352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主界面状态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1353312"/>
            <a:ext cx="1828800" cy="530352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用户动作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1353312"/>
            <a:ext cx="5303520" cy="530352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系统动作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83664"/>
            <a:ext cx="14173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首次打开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1883664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未绑定平台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1883664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点击绑定平台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1883664"/>
            <a:ext cx="5303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展示扫码 / 打开链接 / 输入设备码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14016"/>
            <a:ext cx="14173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绑定成功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2414016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已连接组织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2414016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无需操作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2414016"/>
            <a:ext cx="5303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保存 session，自动同步模型清单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944368"/>
            <a:ext cx="14173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有 1 个模型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2944368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正在准备模型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2944368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等待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0" y="2944368"/>
            <a:ext cx="5303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申请 ticket，下载，校验，安装，激活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74720"/>
            <a:ext cx="14173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有多个模型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0" y="3474720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可选择模型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3474720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选择目标模型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0" y="3474720"/>
            <a:ext cx="5303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下载并激活所选模型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005072"/>
            <a:ext cx="14173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离线可用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7400" y="4005072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模型已就绪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4005072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直接推理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4005072"/>
            <a:ext cx="5303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按离线租约运行，后台等待续租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535424"/>
            <a:ext cx="14173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会话过期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57400" y="4535424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需要重新授权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6200" y="4535424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重新扫码/设备码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4535424"/>
            <a:ext cx="5303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不要求输入 URL，重新兑换设备会话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669280"/>
            <a:ext cx="53035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669280"/>
            <a:ext cx="73152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5815584"/>
            <a:ext cx="499262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UI 调整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6181344"/>
            <a:ext cx="4992624" cy="8229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主相机 Overlay 隐藏登录网址、账号、密码；只显示平台连接状态、模型状态、同步/重试按钮。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5669280"/>
            <a:ext cx="53035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5669280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1" y="5815584"/>
            <a:ext cx="499262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高级设置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8231" y="6181344"/>
            <a:ext cx="4992624" cy="8229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保留手动 URL + 账号密码，用于开发、演示、ECS 首次排查和私有化现场。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平台端产品流程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平台负责把“人、组织、设备、模型授权”串起来，iPhone 只是执行被授权的模型同步。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15568"/>
            <a:ext cx="110185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307238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1. 设备绑定入口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29384"/>
            <a:ext cx="3072384" cy="67665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设备页增加“绑定 iPhone”。选择组织、操作者、有效期和备注，生成二维码。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17320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417320"/>
            <a:ext cx="73152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63624"/>
            <a:ext cx="307238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2. 权限分配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9384"/>
            <a:ext cx="3072384" cy="67665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可以在生成 invite 前预分配模型，也可以先绑定设备后分配 entitlement。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417320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56448" y="1417320"/>
            <a:ext cx="73152" cy="1280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63624"/>
            <a:ext cx="307238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3. 状态监控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9384"/>
            <a:ext cx="3072384" cy="67665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展示最后上线时间、当前模型、租约到期、下载失败原因、设备是否被封禁。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063240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063240"/>
            <a:ext cx="73152" cy="1280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209544"/>
            <a:ext cx="307238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4. 审计与撤销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575304"/>
            <a:ext cx="3072384" cy="67665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记录 invite 创建、兑换、模型下载、租约续期；支持吊销设备会话和设备授权。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3063240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7408" y="306324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209544"/>
            <a:ext cx="307238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5. 现场交付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575304"/>
            <a:ext cx="3072384" cy="67665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ECS 公网 HTTPS 地址由平台配置；二维码自动携带正确入口，避免用户输入。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6448" y="3063240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56448" y="3063240"/>
            <a:ext cx="73152" cy="12801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209544"/>
            <a:ext cx="307238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6. 运维诊断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575304"/>
            <a:ext cx="3072384" cy="67665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设备页提供 requestId、错误码、最近 20 次同步/下载事件，便于定位生产问题。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89204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020617"/>
                </a:solidFill>
                <a:latin typeface="Microsoft YaHei"/>
              </a:rPr>
              <a:t>平台端最重要的变化：把“登录 iPhone”改成“授权一台 iPhone 设备”。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API 形态：在现有兼容 API 上增加绑定层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保留现有登录、模型清单、下载票据；新增一次性 invite claim，不破坏当前 iPhone 下载实现。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15568"/>
            <a:ext cx="110185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417320" cy="475488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2075688" y="1353312"/>
            <a:ext cx="3474720" cy="475488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5550408" y="1353312"/>
            <a:ext cx="1051560" cy="475488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状态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1968" y="1353312"/>
            <a:ext cx="4754880" cy="475488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创建绑定邀请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5688" y="1828800"/>
            <a:ext cx="34747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POST /api/platform/v1/device-invites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50408" y="1828800"/>
            <a:ext cx="1051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新增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1968" y="1828800"/>
            <a:ext cx="4754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平台管理员创建一次性 code，设置 TTL、组织和可选模型权限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04288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兑换设备会话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75688" y="2304288"/>
            <a:ext cx="34747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POST /api/cloud/v1/device-invites/{code}/claim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50408" y="2304288"/>
            <a:ext cx="1051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新增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04288"/>
            <a:ext cx="4754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iPhone 提交 deviceId/deviceName/platform，返回 AuthSession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7977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恢复/验证会话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75688" y="2779776"/>
            <a:ext cx="34747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GET /api/cloud/v1/me 或 /session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50408" y="2779776"/>
            <a:ext cx="1051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建议新增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2779776"/>
            <a:ext cx="4754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App 启动时验证 Keychain session 是否仍有效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255264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模型清单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75688" y="3255264"/>
            <a:ext cx="34747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GET /api/cloud/v1/models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50408" y="3255264"/>
            <a:ext cx="1051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已有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01968" y="3255264"/>
            <a:ext cx="4754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只返回当前设备/用户有权使用的模型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730752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下载票据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75688" y="3730752"/>
            <a:ext cx="34747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POST /api/cloud/v1/models/{id}/download-ticket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50408" y="3730752"/>
            <a:ext cx="1051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已有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730752"/>
            <a:ext cx="4754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继续生成短期 ticket 和加密下载包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20624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下载模型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75688" y="4206240"/>
            <a:ext cx="34747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GET /api/cloud/v1/download/{ticketId}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50408" y="4206240"/>
            <a:ext cx="1051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已有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01968" y="4206240"/>
            <a:ext cx="4754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继续走流式下载、加密、hash 校验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681727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租约续期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75688" y="4681727"/>
            <a:ext cx="34747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POST /api/cloud/v1/licenses/lease/renew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50408" y="4681727"/>
            <a:ext cx="1051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已有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01968" y="4681727"/>
            <a:ext cx="4754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后台定时续期或打开 App 时续期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32120"/>
            <a:ext cx="5303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53212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5678424"/>
            <a:ext cx="499262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兼容策略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6044183"/>
            <a:ext cx="4992624" cy="17373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账号密码登录先保留，但降级为高级入口；新用户默认走 invite claim。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6208" y="5532120"/>
            <a:ext cx="5303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36208" y="553212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5678424"/>
            <a:ext cx="499262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命名建议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6044183"/>
            <a:ext cx="4992624" cy="17373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接口名可改，但必须表达一次性、可审计、可吊销、绑定设备四个语义。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模型下载状态机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用户不应看到下载 ticket，但产品要给出明确状态、进度和可恢复动作。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15568"/>
            <a:ext cx="110185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1234440" cy="5303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未绑定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47088" y="1536192"/>
            <a:ext cx="192024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57400" y="1389888"/>
            <a:ext cx="1234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已绑定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10128" y="1536192"/>
            <a:ext cx="192024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0440" y="1389888"/>
            <a:ext cx="1234440" cy="53035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清单同步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73168" y="1536192"/>
            <a:ext cx="192024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83480" y="1389888"/>
            <a:ext cx="1234440" cy="5303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下载中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36208" y="1536192"/>
            <a:ext cx="192024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1389888"/>
            <a:ext cx="1234440" cy="5303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安装中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699248" y="1536192"/>
            <a:ext cx="192024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09560" y="1389888"/>
            <a:ext cx="1234440" cy="53035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已激活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62288" y="1536192"/>
            <a:ext cx="192024" cy="29260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72600" y="1389888"/>
            <a:ext cx="1234440" cy="53035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租约续期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359152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359152"/>
            <a:ext cx="73152" cy="3246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2505456"/>
            <a:ext cx="311810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自动下载规则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2871216"/>
            <a:ext cx="3118104" cy="26426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1. 没有模型：显示“当前账号暂无模型”。
2. 只有一个模型：绑定后自动下载。
3. 多个模型：展示模型中心，默认推荐最新或管理员指定模型。
4. 已安装同版本：不重复下载，只续租。
5. 新版本可用：提示更新，可配置自动更新。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8" y="2359152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2359152"/>
            <a:ext cx="73152" cy="3246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505456"/>
            <a:ext cx="311810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下载中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871216"/>
            <a:ext cx="3118104" cy="26426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展示模型名、版本、大小、下载进度、当前步骤。
步骤包括：申请授权、下载、校验、解密、安装、激活。
失败时给出重试，不让用户重新输入 URL。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6448" y="2359152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56448" y="2359152"/>
            <a:ext cx="73152" cy="3246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2505456"/>
            <a:ext cx="311810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恢复策略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871216"/>
            <a:ext cx="3118104" cy="26426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网络中断：重新申请 ticket 后续传或重下。
安装失败：清理 staging 文件并重试。
token 失效：重新扫码或设备码授权。
设备被封禁：展示联系管理员。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异常与兜底流程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把异常留给系统处理，用户只看到可执行的下一步。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15568"/>
            <a:ext cx="110185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554480" cy="475488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异常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325880"/>
            <a:ext cx="2743200" cy="475488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用户看到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6048" y="1325880"/>
            <a:ext cx="3383280" cy="475488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系统处理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8339328" y="1325880"/>
            <a:ext cx="2743200" cy="475488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平台记录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01368"/>
            <a:ext cx="1554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二维码过期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801368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绑定码已过期，请重新生成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6048" y="1801368"/>
            <a:ext cx="3383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拒绝 claim，不保留 session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39328" y="1801368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invite.expired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76856"/>
            <a:ext cx="1554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设备数超限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2848" y="2276856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设备名额已满，请联系管理员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6048" y="2276856"/>
            <a:ext cx="3383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不发放 session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9328" y="2276856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device_limit_reached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52344"/>
            <a:ext cx="1554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账号/组织无模型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12848" y="2752344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当前账号暂无可用模型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2752344"/>
            <a:ext cx="3383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保持绑定状态，可继续同步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39328" y="2752344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catalog.empty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227832"/>
            <a:ext cx="1554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下载 ticket 过期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12848" y="3227832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下载授权已刷新，正在重试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56048" y="3227832"/>
            <a:ext cx="3383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重新申请 ticket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39328" y="3227832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ticket.refresh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703320"/>
            <a:ext cx="1554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网络失败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12848" y="3703320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网络不可用，稍后自动重试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6048" y="3703320"/>
            <a:ext cx="3383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指数退避，保留队列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39328" y="3703320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download.retry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78808"/>
            <a:ext cx="1554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token 过期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12848" y="4178808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需要重新授权设备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6048" y="4178808"/>
            <a:ext cx="3383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清理 session，打开绑定页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39328" y="4178808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session.expired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654296"/>
            <a:ext cx="1554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设备被封禁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12848" y="4654296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设备已停用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56048" y="4654296"/>
            <a:ext cx="3383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禁止下载和续租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39328" y="4654296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device.blocked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623560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623560"/>
            <a:ext cx="73152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5769864"/>
            <a:ext cx="1057046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兜底入口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6135624"/>
            <a:ext cx="10570464" cy="54863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保留“设备码绑定”：iPhone 展示 6 位码，管理员在平台输入确认；适合摄像头权限、二维码扫描或深链不可用场景。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安全与合规边界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体验变“无感”，但授权边界必须更清楚。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15568"/>
            <a:ext cx="110185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89888"/>
            <a:ext cx="34290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89888"/>
            <a:ext cx="73152" cy="3611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36192"/>
            <a:ext cx="311810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绑定安全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01952"/>
            <a:ext cx="3118104" cy="30083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• invite code 短期有效，建议 5-10 分钟。
• code 只能兑换一次。
• code 绑定创建人、组织、目标角色。
• claim 时记录 deviceId、设备名、IP、requestId。
• 二维码不放密码、不放长期 token。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389888"/>
            <a:ext cx="34290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389888"/>
            <a:ext cx="73152" cy="3611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36192"/>
            <a:ext cx="311810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模型安全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01952"/>
            <a:ext cx="3118104" cy="30083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• 继续使用 device-bound entitlement。
• 继续使用短期 download-ticket。
• 下载包继续加密和 hash 校验。
• lease 到期后离线推理不可继续。
• 平台可封禁设备并吊销租约。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389888"/>
            <a:ext cx="34290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56448" y="1389888"/>
            <a:ext cx="73152" cy="3611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36192"/>
            <a:ext cx="311810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部署要求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01952"/>
            <a:ext cx="3118104" cy="30083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• 阿里云 ECS 前建议 Nginx/SLB HTTPS。
• VINO_EXTERNAL_BASE_URL 必须是公网 HTTPS。
• 登录和 invite claim 需要限频。
• 生产关闭 demo seed 账号。
• 关键事件进入 audit log。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40680"/>
            <a:ext cx="105156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20617"/>
                </a:solidFill>
                <a:latin typeface="Microsoft YaHei"/>
              </a:rPr>
              <a:t>关键判断：无感不等于匿名下载；正确形态是“平台显式授权一次，终端长期无感续期”。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开发计划：小步上线，不重写已有下载链路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先把用户路径改顺，再补平台设备绑定和自动下载。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15568"/>
            <a:ext cx="110185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777240" cy="658368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5607" y="1325880"/>
            <a:ext cx="1691640" cy="658368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7248" y="1325880"/>
            <a:ext cx="3108960" cy="658368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iPhone 改动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8" y="1325880"/>
            <a:ext cx="2971800" cy="658368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platform 改动</a:t>
            </a:r>
          </a:p>
        </p:txBody>
      </p:sp>
      <p:sp>
        <p:nvSpPr>
          <p:cNvPr id="9" name="Rectangle 8"/>
          <p:cNvSpPr/>
          <p:nvPr/>
        </p:nvSpPr>
        <p:spPr>
          <a:xfrm>
            <a:off x="9208008" y="1325880"/>
            <a:ext cx="2148840" cy="658368"/>
          </a:xfrm>
          <a:prstGeom prst="rect">
            <a:avLst/>
          </a:prstGeom>
          <a:solidFill>
            <a:srgbClr val="33415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验收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84248"/>
            <a:ext cx="777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P0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35607" y="1984248"/>
            <a:ext cx="16916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隐藏手动配置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1984248"/>
            <a:ext cx="31089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默认 baseURL 走构建配置；主界面隐藏 URL/账号/密码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984248"/>
            <a:ext cx="2971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文档补 ECS HTTPS 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08008" y="1984248"/>
            <a:ext cx="2148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真机首次打开不要求 URL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642615"/>
            <a:ext cx="777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P1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35607" y="2642615"/>
            <a:ext cx="16916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设备绑定骨架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27248" y="2642615"/>
            <a:ext cx="31089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支持 deep link / QR claim，Keychain 保存设备 session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2642615"/>
            <a:ext cx="2971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新增 invite create/claim，设备审计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8008" y="2642615"/>
            <a:ext cx="2148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扫码后自动登录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300983"/>
            <a:ext cx="777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P2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35607" y="3300983"/>
            <a:ext cx="16916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模型自动就绪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27248" y="3300983"/>
            <a:ext cx="31089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绑定后自动同步；单模型自动下载；下载进度页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3300983"/>
            <a:ext cx="2971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模型清单返回推荐模型/版本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08008" y="3300983"/>
            <a:ext cx="2148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绑定后模型可直接推理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959351"/>
            <a:ext cx="777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P3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35607" y="3959351"/>
            <a:ext cx="16916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稳定性与兜底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3959351"/>
            <a:ext cx="31089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设备码、重试、续租、日志导出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3959351"/>
            <a:ext cx="2971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设备页状态、封禁、续租审计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08008" y="3959351"/>
            <a:ext cx="2148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0">
                <a:solidFill>
                  <a:srgbClr val="0F172A"/>
                </a:solidFill>
                <a:latin typeface="Microsoft YaHei"/>
              </a:rPr>
              <a:t>异常可恢复且可追踪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212080"/>
            <a:ext cx="3429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5212080"/>
            <a:ext cx="73152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358384"/>
            <a:ext cx="311810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建议先做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5724144"/>
            <a:ext cx="3118104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P0 + P1 骨架。收益最大，风险最小，不碰模型包格式。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07408" y="5212080"/>
            <a:ext cx="3429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07408" y="5212080"/>
            <a:ext cx="73152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5358384"/>
            <a:ext cx="311810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不建议先做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724144"/>
            <a:ext cx="3118104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不要先引入复杂 SSO、对象存储、多租户支付闭环；会拖慢终端体验验证。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56448" y="5212080"/>
            <a:ext cx="3429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56448" y="521208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5358384"/>
            <a:ext cx="311810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并行事项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724144"/>
            <a:ext cx="3118104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确定平台公网域名、HTTPS 证书、App deep link / Universal Link 策略。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Microsoft YaHei"/>
              </a:rPr>
              <a:t>验收标准与最终用户路径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这套改造是否成功，用可观测的体验指标判断。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15568"/>
            <a:ext cx="110185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73152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63624"/>
            <a:ext cx="490118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用户路径验收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29384"/>
            <a:ext cx="4901184" cy="122529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1. 普通用户无需输入 URL。
2. 普通用户无需输入账号密码。
3. 扫码绑定后自动进入已连接状态。
4. 有一个授权模型时自动下载并激活。
5. token 过期不要求用户理解服务器地址。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41732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7648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63624"/>
            <a:ext cx="490118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技术验收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9384"/>
            <a:ext cx="4901184" cy="122529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1. invite code 一次性和短 TTL 生效。
2. session 存 Keychain，可恢复，可吊销。
3. download-ticket 仍短期有效。
4. 设备绑定、租约、审计日志完整。
5. 所有失败返回可读错误和 requestId。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033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703320"/>
            <a:ext cx="73152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849624"/>
            <a:ext cx="311810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体验指标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215383"/>
            <a:ext cx="3118104" cy="8138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首次绑定 &lt; 60 秒
单模型就绪 &lt; 2 次点击
下载失败可一键重试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37033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7408" y="370332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849624"/>
            <a:ext cx="311810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运营指标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15383"/>
            <a:ext cx="3118104" cy="8138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设备绑定成功率
模型下载成功率
续租失败率
设备封禁处理时长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37033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3703320"/>
            <a:ext cx="73152" cy="14173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849624"/>
            <a:ext cx="3118104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上线判断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215383"/>
            <a:ext cx="3118104" cy="8138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P0/P1 后可开始小范围现场试用；P2 完成后再作为默认终端体验。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715000"/>
            <a:ext cx="1060704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020617"/>
                </a:solidFill>
                <a:latin typeface="Microsoft YaHei"/>
              </a:rPr>
              <a:t>最终形态：平台授权设备，iPhone 自动拿模型，用户只关心拍摄和推理是否可用。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